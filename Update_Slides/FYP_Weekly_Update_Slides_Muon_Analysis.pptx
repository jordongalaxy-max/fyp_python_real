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4"/>
  </p:notesMasterIdLst>
  <p:sldIdLst>
    <p:sldId id="371" r:id="rId2"/>
    <p:sldId id="416" r:id="rId3"/>
    <p:sldId id="423" r:id="rId4"/>
    <p:sldId id="424" r:id="rId5"/>
    <p:sldId id="425" r:id="rId6"/>
    <p:sldId id="426" r:id="rId7"/>
    <p:sldId id="427" r:id="rId8"/>
    <p:sldId id="419" r:id="rId9"/>
    <p:sldId id="428" r:id="rId10"/>
    <p:sldId id="431" r:id="rId11"/>
    <p:sldId id="430" r:id="rId12"/>
    <p:sldId id="42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630" autoAdjust="0"/>
  </p:normalViewPr>
  <p:slideViewPr>
    <p:cSldViewPr snapToGrid="0">
      <p:cViewPr varScale="1">
        <p:scale>
          <a:sx n="104" d="100"/>
          <a:sy n="104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BD9BC-DEF3-4382-83D6-5C0A0444C18A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FDCB-33CC-4AD4-B363-617329C34B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11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B572-32EC-1ABD-4D5C-10544EF4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526D-69BD-6957-2605-22AFE579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NuMI</a:t>
            </a:r>
            <a:r>
              <a:rPr lang="en-US" dirty="0"/>
              <a:t> vs BNB simulation sample</a:t>
            </a:r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DA1676-B196-D320-6594-D9FBDDC2A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220565"/>
              </p:ext>
            </p:extLst>
          </p:nvPr>
        </p:nvGraphicFramePr>
        <p:xfrm>
          <a:off x="2276763" y="2123594"/>
          <a:ext cx="7638474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158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 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147e20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174e20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reconstructed selected interactions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3566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4249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20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Number of true signal interactions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3815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5532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796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E0DDAA0-7C4F-2E2C-DA22-5E8CE5EEB892}"/>
              </a:ext>
            </a:extLst>
          </p:cNvPr>
          <p:cNvSpPr txBox="1"/>
          <p:nvPr/>
        </p:nvSpPr>
        <p:spPr>
          <a:xfrm>
            <a:off x="1097280" y="4595491"/>
            <a:ext cx="108157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BNB file (muon </a:t>
            </a:r>
            <a:r>
              <a:rPr lang="en-SG" b="1" dirty="0"/>
              <a:t>𝜈 + Cosmic Simulation)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/</a:t>
            </a:r>
            <a:r>
              <a:rPr lang="en-SG" dirty="0" err="1"/>
              <a:t>pnfs</a:t>
            </a:r>
            <a:r>
              <a:rPr lang="en-SG" dirty="0"/>
              <a:t>/</a:t>
            </a:r>
            <a:r>
              <a:rPr lang="en-SG" dirty="0" err="1"/>
              <a:t>icarus</a:t>
            </a:r>
            <a:r>
              <a:rPr lang="en-SG" dirty="0"/>
              <a:t>/persistent/users/</a:t>
            </a:r>
            <a:r>
              <a:rPr lang="en-SG" dirty="0" err="1"/>
              <a:t>mueller</a:t>
            </a:r>
            <a:r>
              <a:rPr lang="en-SG" dirty="0"/>
              <a:t>/production/simulation/nominal/input*.</a:t>
            </a:r>
            <a:r>
              <a:rPr lang="en-SG" dirty="0" err="1"/>
              <a:t>flat.root</a:t>
            </a:r>
            <a:endParaRPr lang="en-S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 err="1"/>
              <a:t>NuMI</a:t>
            </a:r>
            <a:r>
              <a:rPr lang="en-US" b="1" dirty="0"/>
              <a:t> file (muon </a:t>
            </a:r>
            <a:r>
              <a:rPr lang="en-SG" b="1" dirty="0"/>
              <a:t>𝜈 + Cosmic Simulation)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/</a:t>
            </a:r>
            <a:r>
              <a:rPr lang="en-SG" dirty="0" err="1"/>
              <a:t>pnfs</a:t>
            </a:r>
            <a:r>
              <a:rPr lang="en-SG" dirty="0"/>
              <a:t>/</a:t>
            </a:r>
            <a:r>
              <a:rPr lang="en-SG" dirty="0" err="1"/>
              <a:t>icarus</a:t>
            </a:r>
            <a:r>
              <a:rPr lang="en-SG" dirty="0"/>
              <a:t>/persistent/users/</a:t>
            </a:r>
            <a:r>
              <a:rPr lang="en-SG" dirty="0" err="1"/>
              <a:t>dcarber</a:t>
            </a:r>
            <a:r>
              <a:rPr lang="en-SG" dirty="0"/>
              <a:t>/spine/</a:t>
            </a:r>
            <a:r>
              <a:rPr lang="en-SG" dirty="0" err="1"/>
              <a:t>combined_files</a:t>
            </a:r>
            <a:r>
              <a:rPr lang="en-SG" dirty="0"/>
              <a:t>/NuMI_CV_flat_cafs_2/*.root</a:t>
            </a:r>
          </a:p>
        </p:txBody>
      </p:sp>
    </p:spTree>
    <p:extLst>
      <p:ext uri="{BB962C8B-B14F-4D97-AF65-F5344CB8AC3E}">
        <p14:creationId xmlns:p14="http://schemas.microsoft.com/office/powerpoint/2010/main" val="2365201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0771-2A63-ABD8-55BC-F1DB59B0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Muon analysis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C185B-7005-AB31-8FA0-153A22743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430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2301-8BBC-0D9C-EAA0-552C3502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muon momentum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01C6D-DDAE-865F-BE68-80DDF1120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Resolved binning issue for muon and pi0 momentum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B622AB-1E8A-9C92-1517-71A883C06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24" y="2111394"/>
            <a:ext cx="3846195" cy="3757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3364CA-813E-6335-D85C-A5F52C40C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093" y="2206644"/>
            <a:ext cx="5791627" cy="3662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DAB012-B6AF-35A2-DB1B-ED140B81B461}"/>
              </a:ext>
            </a:extLst>
          </p:cNvPr>
          <p:cNvSpPr txBox="1"/>
          <p:nvPr/>
        </p:nvSpPr>
        <p:spPr>
          <a:xfrm>
            <a:off x="2002154" y="5832688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Muon momentum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0FF5A-F823-55D3-2270-E5446AFBDBC9}"/>
              </a:ext>
            </a:extLst>
          </p:cNvPr>
          <p:cNvSpPr txBox="1"/>
          <p:nvPr/>
        </p:nvSpPr>
        <p:spPr>
          <a:xfrm>
            <a:off x="5981172" y="5850891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279345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AB11-06A5-D2A0-AF08-989ADC51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1402-6F99-A00E-0D6D-834628EE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</a:t>
            </a:r>
            <a:r>
              <a:rPr lang="en-SG" b="1" dirty="0"/>
              <a:t>Pi0</a:t>
            </a:r>
            <a:r>
              <a:rPr lang="en-US" dirty="0"/>
              <a:t> momentum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6DBF-0D91-AB41-BA6A-FBFDCFB7D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Resolved binning issue for muon and pi0 momentum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95C95-7DBA-E3B7-C9DA-62D93E3DD2AB}"/>
              </a:ext>
            </a:extLst>
          </p:cNvPr>
          <p:cNvSpPr txBox="1"/>
          <p:nvPr/>
        </p:nvSpPr>
        <p:spPr>
          <a:xfrm>
            <a:off x="2002154" y="5832688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momentum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F8ECAF-FFF9-4F7F-80B4-5A854BA66130}"/>
              </a:ext>
            </a:extLst>
          </p:cNvPr>
          <p:cNvSpPr txBox="1"/>
          <p:nvPr/>
        </p:nvSpPr>
        <p:spPr>
          <a:xfrm>
            <a:off x="5981172" y="5850891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0F67D1-61DF-2542-6273-1FB160898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466" y="2183367"/>
            <a:ext cx="3744662" cy="35951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DB067B-F47B-F21A-0C3D-B2FC957B8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683" y="2243423"/>
            <a:ext cx="5605997" cy="355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4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BEBBA-7B40-7F2C-3114-BDCE2B59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26FD-4CCF-B2BB-2F43-332A53B6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muon momentum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375F-3BFF-15B3-93CE-4771BCD9E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Resolved binning issue for muon and pi0 momentum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F3FBE-B8E2-D9CF-6156-315303A22539}"/>
              </a:ext>
            </a:extLst>
          </p:cNvPr>
          <p:cNvSpPr txBox="1"/>
          <p:nvPr/>
        </p:nvSpPr>
        <p:spPr>
          <a:xfrm>
            <a:off x="2002154" y="5832688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Muon momentum </a:t>
            </a:r>
            <a:r>
              <a:rPr lang="en-US" sz="1400" b="1" dirty="0"/>
              <a:t>from </a:t>
            </a:r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0DA2F-73E3-A666-3EA3-F5984EB8290A}"/>
              </a:ext>
            </a:extLst>
          </p:cNvPr>
          <p:cNvSpPr txBox="1"/>
          <p:nvPr/>
        </p:nvSpPr>
        <p:spPr>
          <a:xfrm>
            <a:off x="5981172" y="5850891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BNB selection</a:t>
            </a:r>
            <a:endParaRPr lang="en-SG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6B2FA-A3AA-73ED-9C59-D57E919EB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172" y="2596892"/>
            <a:ext cx="5174508" cy="32722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C7F4BB-C4B1-5B14-3396-FF49E362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93" y="2681602"/>
            <a:ext cx="4982979" cy="315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2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11C3-645B-81E5-A661-7F19DC787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F597-8D46-0EAA-320E-6EE7C504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Reconstructed </a:t>
            </a:r>
            <a:r>
              <a:rPr lang="en-SG" b="1" dirty="0"/>
              <a:t>Pi0</a:t>
            </a:r>
            <a:r>
              <a:rPr lang="en-US" dirty="0"/>
              <a:t> momentum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F47E6-EA32-DF31-EA1C-73C8705DC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Resolved binning issue for muon and pi0 momentum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FD4C5-1E1A-6F19-07C3-89308FF663BF}"/>
              </a:ext>
            </a:extLst>
          </p:cNvPr>
          <p:cNvSpPr txBox="1"/>
          <p:nvPr/>
        </p:nvSpPr>
        <p:spPr>
          <a:xfrm>
            <a:off x="2002154" y="5832688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momentum </a:t>
            </a:r>
            <a:r>
              <a:rPr lang="en-US" sz="1400" b="1" dirty="0"/>
              <a:t>from </a:t>
            </a:r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ED692-7FCE-9B70-DDEE-6C84308B73D1}"/>
              </a:ext>
            </a:extLst>
          </p:cNvPr>
          <p:cNvSpPr txBox="1"/>
          <p:nvPr/>
        </p:nvSpPr>
        <p:spPr>
          <a:xfrm>
            <a:off x="6537612" y="5823579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BNB selection</a:t>
            </a:r>
            <a:endParaRPr lang="en-SG" sz="1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42D639-DB30-670E-10BB-E751EBD3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461" y="2548822"/>
            <a:ext cx="5267100" cy="3338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8D2A69-7DCD-32FD-53E0-DD3C3EA8A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39" y="2539658"/>
            <a:ext cx="5267100" cy="33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2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D1FA-6340-6651-CF89-887EB296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BDAA-2E9C-89A5-E92D-6A56157C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Reconstructed Muon momentum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96F91-3BF6-7B7E-A17B-7316BA4D762C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NuMI</a:t>
            </a:r>
            <a:r>
              <a:rPr lang="en-US" sz="1600" b="1" dirty="0"/>
              <a:t> and BNB normalized reconstructed leading muon momentum for each cumulative cut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13799-CC37-257D-2994-57A8D156D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7" y="2259296"/>
            <a:ext cx="3619727" cy="1978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1C0038-D718-9BFF-AA62-8D4460E1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065" y="2259296"/>
            <a:ext cx="3619728" cy="1978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EDF7C5-28A5-B582-ACDE-17000DE58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838" y="2233938"/>
            <a:ext cx="3619728" cy="19780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00BC4B-BA84-3CCD-3859-6F508834B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7" y="4280291"/>
            <a:ext cx="3619728" cy="19780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ACD8B4-763A-23DD-5A18-27A5D8DD3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208" y="4280291"/>
            <a:ext cx="3681202" cy="19780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73E343-4884-7306-30C0-4875E72757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10" y="4280290"/>
            <a:ext cx="4031964" cy="197801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162B8-811C-5BDC-90E1-B070C0E81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785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B1D2-4586-6EE8-CF1B-6EB04BE7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9D04-6AC2-07D1-B01B-D9CD45422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Muon analysis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19A97-9D78-F15C-E110-84EE8827C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3581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ED0C-0E09-39DC-ABAB-3F22FC19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865C-6C33-21D7-994A-44BA21E9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True Muon momentum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8F462-D5C9-BEAC-248C-66861DA20B39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NuMI</a:t>
            </a:r>
            <a:r>
              <a:rPr lang="en-US" sz="1600" b="1" dirty="0"/>
              <a:t> and BNB combined and normalized reconstructed leading muon momentum for each cumulative cut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AEC80-2D5D-1E0C-9EEC-E0512A0DD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7" y="2259296"/>
            <a:ext cx="3619728" cy="1978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5A8666-76B8-7C12-E5CC-0169955A4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208" y="2230551"/>
            <a:ext cx="3619728" cy="19780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534882-62C4-4D5E-80A3-9514F496C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834" y="2259295"/>
            <a:ext cx="3619729" cy="19780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F5C46E-0BD5-95B9-B688-9D269606A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7" y="4280290"/>
            <a:ext cx="3619728" cy="19780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FE28F31-909D-413F-26EB-0271008A0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878" y="4280289"/>
            <a:ext cx="3681203" cy="19780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4F915B-E0B5-D474-E1E4-764D3F3BF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7081" y="4280289"/>
            <a:ext cx="4031967" cy="19780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0C8316-0EF6-961F-4ACB-E365DE0F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4204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EDAC-3D8E-F970-3814-ED53DB2D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50EA-4D47-6A1D-0719-77FE920E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non-muon interactions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CE641-7054-11CB-44D5-60C3DB901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630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441B-8F4F-B3A8-6AC1-021A8ADB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6D7E-1FC5-A0B8-F54B-45D7CCA3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Reconstructed muon momentum </a:t>
            </a:r>
            <a:br>
              <a:rPr lang="en-SG" b="1" dirty="0"/>
            </a:br>
            <a:r>
              <a:rPr lang="en-SG" b="1" dirty="0"/>
              <a:t>(Removing non primary muon-interactions)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E4C9D-7E79-809A-3D83-205367150E4D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Removing interactions that do not contain a primary muon ("other v", "NC Npi0", and "</a:t>
            </a:r>
            <a:r>
              <a:rPr lang="en-US" sz="1600" b="1" dirty="0" err="1"/>
              <a:t>cosmics</a:t>
            </a:r>
            <a:r>
              <a:rPr lang="en-US" sz="1600" b="1" dirty="0"/>
              <a:t>“)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48FE98-B6CD-7A67-7F68-97A8B323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11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6684CE-7A0B-2353-587F-EA9DE16D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07" y="2259295"/>
            <a:ext cx="3619730" cy="1978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CA3034-C995-9123-BAFD-C3892C84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950" y="2259295"/>
            <a:ext cx="3619729" cy="19780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8F1260-C49E-DB05-17F4-45FFA4FCD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090" y="2259295"/>
            <a:ext cx="3619730" cy="19780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6A832B-DEAC-B541-5261-25F52F0A8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82" y="4280289"/>
            <a:ext cx="3619729" cy="19780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F37AF0-55AE-2AA9-3D96-D00014071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135" y="4280289"/>
            <a:ext cx="3619730" cy="19780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DF3D5D-2F60-0232-B9C1-30E35BF1C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8090" y="4280289"/>
            <a:ext cx="3619729" cy="19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49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2CCC0-7C3D-1693-1F5C-1592C7B1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8887-358D-8AC8-0F23-F8BD30232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True muon momentum </a:t>
            </a:r>
            <a:br>
              <a:rPr lang="en-SG" b="1" dirty="0"/>
            </a:br>
            <a:r>
              <a:rPr lang="en-SG" b="1" dirty="0"/>
              <a:t>(Removing non primary muon-interactions)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2C7AC-F803-13A2-DC49-E6849DFCEA9C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Removing interactions that do not contain a primary muon ("other v", "NC Npi0", and "</a:t>
            </a:r>
            <a:r>
              <a:rPr lang="en-US" sz="1600" b="1" dirty="0" err="1"/>
              <a:t>cosmics</a:t>
            </a:r>
            <a:r>
              <a:rPr lang="en-US" sz="1600" b="1" dirty="0"/>
              <a:t>“)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E16CD-B411-F0E3-C7A6-8856BC38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12</a:t>
            </a:fld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77B4A5-9590-B2A9-AF32-C3D86707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36" y="2230551"/>
            <a:ext cx="3652274" cy="19780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82FF93-BD56-86EB-9350-E38681CCE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935" y="2259295"/>
            <a:ext cx="3652274" cy="19780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B41CA7-9380-6423-CF5D-99ED95461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593" y="2259295"/>
            <a:ext cx="3619729" cy="19780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5A28A1B-C8A4-736E-4AAC-FA09C79C4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08" y="4280289"/>
            <a:ext cx="3619729" cy="19780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04AD22-E212-E044-1555-B113B69C7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207" y="4280289"/>
            <a:ext cx="3619729" cy="19780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70F2A09-3A03-BD0F-5987-937EE3EC48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8090" y="4280289"/>
            <a:ext cx="3619730" cy="19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690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8282</TotalTime>
  <Words>289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Retrospect</vt:lpstr>
      <vt:lpstr>NuMI vs BNB simulation sample</vt:lpstr>
      <vt:lpstr>Reconstructed Muon analysis</vt:lpstr>
      <vt:lpstr>Reconstructed muon momentum </vt:lpstr>
      <vt:lpstr>Reconstructed Pi0 momentum </vt:lpstr>
      <vt:lpstr>Reconstructed muon momentum </vt:lpstr>
      <vt:lpstr>Reconstructed Pi0 momentum </vt:lpstr>
      <vt:lpstr>Reconstructed Muon momentum</vt:lpstr>
      <vt:lpstr>True Muon analysis</vt:lpstr>
      <vt:lpstr>True Muon momentum </vt:lpstr>
      <vt:lpstr>Removing non-muon interactions</vt:lpstr>
      <vt:lpstr>Reconstructed muon momentum  (Removing non primary muon-interactions)</vt:lpstr>
      <vt:lpstr>True muon momentum  (Removing non primary muon-interactions)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37</cp:revision>
  <dcterms:created xsi:type="dcterms:W3CDTF">2025-11-12T13:24:12Z</dcterms:created>
  <dcterms:modified xsi:type="dcterms:W3CDTF">2026-03-26T15:00:48Z</dcterms:modified>
</cp:coreProperties>
</file>