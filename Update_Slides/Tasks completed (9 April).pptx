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51" r:id="rId2"/>
    <p:sldId id="391" r:id="rId3"/>
    <p:sldId id="388" r:id="rId4"/>
    <p:sldId id="392" r:id="rId5"/>
    <p:sldId id="393" r:id="rId6"/>
    <p:sldId id="39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204AC4-9CCD-4C54-9B07-E87086E0D4E9}" type="datetimeFigureOut">
              <a:rPr lang="en-SG" smtClean="0"/>
              <a:t>9/4/2026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1B3E4C-8410-4237-886D-C1FCAE46F17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19408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FA4BA-4D29-A8DF-B57D-85882B6D3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9C80DA-365B-C047-1DEC-58D6D5B2F4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8B8D1C-17EA-F430-CF55-D15A23D18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C0B01-45D4-6BF3-1074-6D74E0E73F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5FDCB-33CC-4AD4-B363-617329C34B90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39299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74992-BB0F-804B-EB58-8215A6E5AC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642742-878A-D457-EFC2-1BA1C64CC0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69F84-802C-5F55-F5AE-962293238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313C2-99C1-4CEB-9597-7604EAF9F1FA}" type="datetimeFigureOut">
              <a:rPr lang="en-SG" smtClean="0"/>
              <a:t>9/4/2026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95787-A1AF-922C-4695-4DD037B6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B6D70-B3DE-8501-45C3-25FCFAC82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2B2D-960C-44B1-8037-1E003FD2FAB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46052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700C-901F-EFE5-B091-0E9C9D642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32E99-6884-CDC0-2251-E6FDB231F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76FF9-F8A1-DB62-73F6-78D04B702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313C2-99C1-4CEB-9597-7604EAF9F1FA}" type="datetimeFigureOut">
              <a:rPr lang="en-SG" smtClean="0"/>
              <a:t>9/4/2026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3CA54-57C8-714E-BAD5-4DC18402C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5E705-2C42-5B49-91E1-81BB484F5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2B2D-960C-44B1-8037-1E003FD2FAB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07709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40EE8-61A9-69E7-D1A9-B76D93661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123921-4B99-DD3D-773A-D8F88FF4E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543FC-F428-A579-8702-DCD70529E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313C2-99C1-4CEB-9597-7604EAF9F1FA}" type="datetimeFigureOut">
              <a:rPr lang="en-SG" smtClean="0"/>
              <a:t>9/4/2026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E33C9-F09E-75A6-9388-F210B5E8B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41844-4B6D-216E-8996-FBD2F6D49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2B2D-960C-44B1-8037-1E003FD2FAB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60818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CA219-36D7-DC95-5C79-E64AAEF10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058EB-3037-7737-9513-1BE81A72AD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8B0448-53B1-217C-7A91-476DFD7072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336C80-8862-CBFA-C49E-F729A27DA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313C2-99C1-4CEB-9597-7604EAF9F1FA}" type="datetimeFigureOut">
              <a:rPr lang="en-SG" smtClean="0"/>
              <a:t>9/4/2026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1B4AB6-5D7E-DD05-407A-75AA0BAD4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2CFE9F-BD49-4639-A14C-FBA88018F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2B2D-960C-44B1-8037-1E003FD2FAB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36051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5333A-B477-B939-9BAA-FD8D32D97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DDA349-6080-5450-579A-98834A76FC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AAD4C6-38E2-9767-978C-EFDBC53546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E996EF-BEB5-3CF6-0D3F-4CE56C4345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7C727B-7F77-AA3B-85FB-F75A2EB9D7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9CB6AC-CC81-3C2A-C587-537B948D6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313C2-99C1-4CEB-9597-7604EAF9F1FA}" type="datetimeFigureOut">
              <a:rPr lang="en-SG" smtClean="0"/>
              <a:t>9/4/2026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3AF04-4D0A-4E21-AA0D-C3D9103E8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AB58DD-BAD0-D4FB-685F-66FEC81F0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2B2D-960C-44B1-8037-1E003FD2FAB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44313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89818-EAA8-43D2-7093-4C525B77A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C1711-9114-AC0F-838D-246160F66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313C2-99C1-4CEB-9597-7604EAF9F1FA}" type="datetimeFigureOut">
              <a:rPr lang="en-SG" smtClean="0"/>
              <a:t>9/4/2026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ABC4B7-D980-CE53-80E0-B00DC19E9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A6FB3A-B24D-62E7-FF54-3C0D4CDB9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2B2D-960C-44B1-8037-1E003FD2FAB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13881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8D26DF-72DB-BF87-DF6C-4CCE4D537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313C2-99C1-4CEB-9597-7604EAF9F1FA}" type="datetimeFigureOut">
              <a:rPr lang="en-SG" smtClean="0"/>
              <a:t>9/4/2026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1CE8FA-34CA-B967-E250-69780530C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70FBA-8C73-DBF6-9DBB-7F3CF2729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2B2D-960C-44B1-8037-1E003FD2FAB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41180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DF980-6097-4E51-2E45-F50DB69C0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B9274-79DC-1344-4E20-97D776A6B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A87DB9-9F2C-D8ED-5535-14BFDFA062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2493AC-4D13-FA13-5ADF-D3896548A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313C2-99C1-4CEB-9597-7604EAF9F1FA}" type="datetimeFigureOut">
              <a:rPr lang="en-SG" smtClean="0"/>
              <a:t>9/4/2026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B80F23-A6F6-3B1C-F127-25253CB7E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A6000B-65CA-E739-E857-302E42075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2B2D-960C-44B1-8037-1E003FD2FAB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37623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5E9AD-C929-631F-2716-E134FD654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7C7029-A796-135D-E062-443A92E216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50612C-0B12-DE78-F102-5B0831CF3E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CC1926-B60A-9C7A-3F22-C3E0DBD49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313C2-99C1-4CEB-9597-7604EAF9F1FA}" type="datetimeFigureOut">
              <a:rPr lang="en-SG" smtClean="0"/>
              <a:t>9/4/2026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78F96C-6B26-DD4E-00B4-A422363DB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B9B8CB-5078-40C8-686A-BC5A5D61D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2B2D-960C-44B1-8037-1E003FD2FAB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44813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D215A-9C9C-E975-FF82-E3075D24A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338C1B-D164-8976-073E-1F4AE595A0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A707B-DB26-A866-E310-D1E4FBA6D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313C2-99C1-4CEB-9597-7604EAF9F1FA}" type="datetimeFigureOut">
              <a:rPr lang="en-SG" smtClean="0"/>
              <a:t>9/4/2026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52D29-D06F-91FE-3E3F-4629C949B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66B9E-ABFE-948A-53FE-4289BE66E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2B2D-960C-44B1-8037-1E003FD2FAB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67101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FD1D8E-6E73-E96B-D167-D420773B56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E46005-FDD7-AA3E-55E3-E2638CA49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72D8B-6546-FE05-63EA-988043915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313C2-99C1-4CEB-9597-7604EAF9F1FA}" type="datetimeFigureOut">
              <a:rPr lang="en-SG" smtClean="0"/>
              <a:t>9/4/2026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D7390-35B9-D013-AADB-2FCE277DF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A15DD-6B89-D279-41AF-FD6817F76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2B2D-960C-44B1-8037-1E003FD2FAB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0330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CDFC7F-59C5-B7FC-3404-D3CC389B9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A1E80-5DDE-246A-C757-4553D3B8E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17926-638B-2C05-9BDF-D306F64FC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7313C2-99C1-4CEB-9597-7604EAF9F1FA}" type="datetimeFigureOut">
              <a:rPr lang="en-SG" smtClean="0"/>
              <a:t>9/4/2026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0C84B-7B56-5A07-A4B9-3817C0E109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0234D-4951-7F11-07C6-7344C9F163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5A2B2D-960C-44B1-8037-1E003FD2FAB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69068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D7BDB-9701-984E-3B5C-CAFEA31C7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78366-A442-6703-8E8A-09627C321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 completed (9 April) 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A9378-1C91-D033-6E65-8E0A3680C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651375" cy="435186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Contained vs uncontained 2-photon shower selection </a:t>
            </a:r>
            <a:endParaRPr lang="en-SG" dirty="0">
              <a:solidFill>
                <a:srgbClr val="FF0000"/>
              </a:solidFill>
            </a:endParaRPr>
          </a:p>
          <a:p>
            <a:pPr marL="201168" lvl="1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54742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876F5-4D87-9D15-F35D-58704F6B3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C0805-BB38-961C-B7D7-7E3BD7767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Contained vs uncontained selection (Muon momentum)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0DC886-C819-ABFB-67CF-8D1D56724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616" y="1762252"/>
            <a:ext cx="9404767" cy="4662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140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9A9C6-7DC1-9143-EB75-3F68E1350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B67D8-0EFE-876B-EC5B-42C455B75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Separation by interaction mode</a:t>
            </a:r>
            <a:endParaRPr lang="en-SG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C8AF80-6381-6F0A-36A1-074CA8ECDE8D}"/>
              </a:ext>
            </a:extLst>
          </p:cNvPr>
          <p:cNvSpPr txBox="1"/>
          <p:nvPr/>
        </p:nvSpPr>
        <p:spPr>
          <a:xfrm>
            <a:off x="838200" y="1593411"/>
            <a:ext cx="91740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Looking at the true interaction mode variable of the reconstructed interaction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Separating by the 3 main interaction types (QE, RES, DIS) </a:t>
            </a:r>
          </a:p>
          <a:p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3646142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272E0-0D2C-BFD1-6F9E-3C6F14B66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0E099-23C3-B8E5-036D-C82836E59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Contained vs uncontained selection (QE)</a:t>
            </a:r>
            <a:endParaRPr lang="en-SG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BD85584-C3B8-B0EC-C7C1-BA4404969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218" y="1897412"/>
            <a:ext cx="8691563" cy="4312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60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81C22-9B79-D09D-88D8-B4A35CE23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F7F7D-A5FD-3895-B4A0-36472B74E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Contained vs uncontained selection (RES)</a:t>
            </a:r>
            <a:endParaRPr lang="en-SG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3C29A50-0ECB-69CB-F84E-951867261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894" y="1852853"/>
            <a:ext cx="8558212" cy="4243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057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5F74C-8970-1C20-D48C-DD07EB755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33B41-BD02-C45E-0B1B-5F66D01AA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Contained vs uncontained selection (DIS)</a:t>
            </a:r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88962E-D656-299F-1D35-437F0E80D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568" y="1690688"/>
            <a:ext cx="9186863" cy="4558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334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71</Words>
  <Application>Microsoft Office PowerPoint</Application>
  <PresentationFormat>Widescreen</PresentationFormat>
  <Paragraphs>10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Tasks completed (9 April) </vt:lpstr>
      <vt:lpstr>Contained vs uncontained selection (Muon momentum)</vt:lpstr>
      <vt:lpstr>Separation by interaction mode</vt:lpstr>
      <vt:lpstr>Contained vs uncontained selection (QE)</vt:lpstr>
      <vt:lpstr>Contained vs uncontained selection (RES)</vt:lpstr>
      <vt:lpstr>Contained vs uncontained selection (DIS)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#JORDON KOH JIN CHEN#</dc:creator>
  <cp:lastModifiedBy>#JORDON KOH JIN CHEN#</cp:lastModifiedBy>
  <cp:revision>1</cp:revision>
  <dcterms:created xsi:type="dcterms:W3CDTF">2026-04-09T13:25:23Z</dcterms:created>
  <dcterms:modified xsi:type="dcterms:W3CDTF">2026-04-09T16:16:25Z</dcterms:modified>
</cp:coreProperties>
</file>